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Life Cycle of a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Stars are born, live, and die just like living things.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journey takes millions or billions of years.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 star's life path depends on its mass (how much "stuff" it has).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Today we will explore the amazing journey of a star!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Beginning: Nebulas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Stars start inside a "Nebula," which is a giant cloud of gas and dust.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Gravity pulls the gas and dust together into a spinning ball.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As the ball gets tighter, it gets hotter and hotter.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When it's hot enough, it starts to glow—a "Protostar" is born!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Longest Stage: Main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This is the "adult" stage of a star's life.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Stars turn hydrogen into helium to create energy (light and heat).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Our Sun is currently in this stage and has been for 4.6 billion years.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Small stars stay in this stage much longer than big stars.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Growing Big: Red Giants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When a star runs out of hydrogen fuel, it starts to change.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outer layers expand and cool down, turning the star red.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Medium stars (like our Sun) become Red Giants.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Massive stars become Red Supergiants—the biggest stars in the universe!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D700"/>
                </a:solidFill>
              </a:defRPr>
            </a:pPr>
            <a:r>
              <a:t>The Final Act: How Stars Die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Medium stars shed their layers and leave behind a small, hot "White Dwarf."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Massive stars explode in a giant blast called a "Supernova."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After a supernova, the remains can become a "Neutron Star" or a "Black Hole."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The dust from dead stars eventually forms new stars and planets!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