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74A416-3AB0-4C1C-8CA1-CA5914BB2B1D}" v="1" dt="2026-04-05T19:03:02.5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Stars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Stars are giant balls of hot, glowing gas, mostly hydrogen and helium.</a:t>
            </a:r>
          </a:p>
          <a:p>
            <a:r>
              <a:t>They produce their own light and heat through nuclear reactions in their core.</a:t>
            </a:r>
          </a:p>
          <a:p>
            <a:r>
              <a:t>Stars are essential for life, providing light and warmth, and creating heavier elements.</a:t>
            </a:r>
          </a:p>
          <a:p>
            <a:r>
              <a:t>Like living things, stars are born, live for millions or billions of years, and then die.</a:t>
            </a:r>
          </a:p>
          <a:p>
            <a:r>
              <a:t>We will explore the different stages of a star's life cycle.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39"/>
    </mc:Choice>
    <mc:Fallback>
      <p:transition spd="slow" advTm="173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Birth of a Star: Nebulae and Protostars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Stars begin their lives in giant clouds of gas and dust called nebulae.</a:t>
            </a:r>
          </a:p>
          <a:p>
            <a:r>
              <a:t>Gravity pulls the gas and dust together, causing the cloud to collapse.</a:t>
            </a:r>
          </a:p>
          <a:p>
            <a:r>
              <a:t>As the cloud collapses, it spins faster and heats up, forming a dense core called a protostar.</a:t>
            </a:r>
          </a:p>
          <a:p>
            <a:r>
              <a:t>A protostar is a "baby" star that is not yet hot enough for nuclear fusion to begin.</a:t>
            </a:r>
          </a:p>
          <a:p>
            <a:r>
              <a:t>It continues to gather more material and get hotter until fusion starts.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90"/>
    </mc:Choice>
    <mc:Fallback>
      <p:transition spd="slow" advTm="139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Sequence Stars: Our Sun's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Once nuclear fusion begins in the core, a star enters its longest stage: the main sequence.</a:t>
            </a:r>
          </a:p>
          <a:p>
            <a:r>
              <a:t>During this stage, hydrogen atoms fuse to form helium, releasing enormous amounts of energy.</a:t>
            </a:r>
          </a:p>
          <a:p>
            <a:r>
              <a:t>This energy creates an outward pressure that balances the inward pull of gravity, keeping the star stable.</a:t>
            </a:r>
          </a:p>
          <a:p>
            <a:r>
              <a:t>Our Sun is a main sequence star and has been for about 4.6 billion years.</a:t>
            </a:r>
          </a:p>
          <a:p>
            <a:r>
              <a:t>Most stars spend about 90% of their lives in this main sequence stage.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88"/>
    </mc:Choice>
    <mc:Fallback>
      <p:transition spd="slow" advTm="1388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End of a Star's Life: Red Giants and White Dwarfs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When a main sequence star like our Sun runs out of hydrogen fuel in its core, it begins to change.</a:t>
            </a:r>
          </a:p>
          <a:p>
            <a:r>
              <a:t>The core shrinks and heats up, causing the outer layers of the star to expand and cool, forming a red giant.</a:t>
            </a:r>
          </a:p>
          <a:p>
            <a:r>
              <a:t>Red giants are much larger and cooler than their main sequence counterparts, appearing reddish-orange.</a:t>
            </a:r>
          </a:p>
          <a:p>
            <a:r>
              <a:t>Eventually, the outer layers of the red giant drift away, forming a planetary nebula.</a:t>
            </a:r>
          </a:p>
          <a:p>
            <a:r>
              <a:t>The remaining hot, dense core is called a white dwarf, which slowly cools down over billions of years.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80"/>
    </mc:Choice>
    <mc:Fallback>
      <p:transition spd="slow" advTm="128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Stars: Supernovae and Black Holes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Stars much more massive than our Sun have a more dramatic end to their lives.</a:t>
            </a:r>
          </a:p>
          <a:p>
            <a:r>
              <a:t>After the main sequence, they become super red giants, much larger than regular red giants.</a:t>
            </a:r>
          </a:p>
          <a:p>
            <a:r>
              <a:t>When these massive stars run out of fuel, their cores collapse rapidly, leading to a gigantic explosion called a supernova.</a:t>
            </a:r>
          </a:p>
          <a:p>
            <a:r>
              <a:t>A supernova can briefly outshine an entire galaxy and creates many heavy elements.</a:t>
            </a:r>
          </a:p>
          <a:p>
            <a:r>
              <a:t>What's left after a supernova depends on the star's original mass: If the core is very dense, it forms a neutron star, a tiny but incredibly heavy object. If the core is extremely massive, its gravity is so strong that nothing, not even light, can escape, forming a black hole.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57"/>
    </mc:Choice>
    <mc:Fallback>
      <p:transition spd="slow" advTm="1257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511</Words>
  <Application>Microsoft Office PowerPoint</Application>
  <PresentationFormat>On-screen Show (4:3)</PresentationFormat>
  <Paragraphs>30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Introduction to Stars</vt:lpstr>
      <vt:lpstr>Birth of a Star: Nebulae and Protostars</vt:lpstr>
      <vt:lpstr>Main Sequence Stars: Our Sun's Stage</vt:lpstr>
      <vt:lpstr>The End of a Star's Life: Red Giants and White Dwarfs</vt:lpstr>
      <vt:lpstr>Massive Stars: Supernovae and Black Holes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Ashok Gowtham Nutakki</cp:lastModifiedBy>
  <cp:revision>1</cp:revision>
  <dcterms:created xsi:type="dcterms:W3CDTF">2013-01-27T09:14:16Z</dcterms:created>
  <dcterms:modified xsi:type="dcterms:W3CDTF">2026-04-05T19:03:13Z</dcterms:modified>
  <cp:category/>
</cp:coreProperties>
</file>