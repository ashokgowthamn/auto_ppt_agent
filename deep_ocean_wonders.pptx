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D700"/>
                </a:solidFill>
              </a:defRPr>
            </a:pPr>
            <a:r>
              <a:t>Wonders of the Deep Ocean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The deep ocean is the lowest layer in the sea, existing below the sunlight zone.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It is completely devoid of light, freezing cold, and under immense pressure.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Despite these harsh conditions, incredible creatures have adapted to survive here.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D700"/>
                </a:solidFill>
              </a:defRPr>
            </a:pPr>
            <a:r>
              <a:t>Bioluminescence: Living 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Bioluminescence is the production of light by living organisms through chemical reactions.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Over 70% of deep-sea creatures use it to hunt, camouflage, or find mates in the pitch black.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The famous Anglerfish uses a glowing lure on its head to attract unsuspecting prey.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D700"/>
                </a:solidFill>
              </a:defRPr>
            </a:pPr>
            <a:r>
              <a:t>Hydrothermal 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Hydrothermal vents are underwater fissures from which volcanically heated, mineral-rich water issues.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They are found at extreme depths, usually along shifting tectonic plates.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Vents support unique ecosystems driven completely by chemical energy rather than sunlight.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D700"/>
                </a:solidFill>
              </a:defRPr>
            </a:pPr>
            <a:r>
              <a:t>Giants of the Abyss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Deep-sea gigantism is the scientific tendency for species to be massively larger than shallow-water relatives.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The Giant Squid can grow up to 43 feet long and constantly battles Sperm Whales in the deep.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Massive isopods scavenge the freezing ocean floor searching for organic matter.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D700"/>
                </a:solidFill>
              </a:defRPr>
            </a:pPr>
            <a:r>
              <a:t>Protecting the Deep Sea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The deep ocean is our final frontier, with less than 5% mapped or explored in detail.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Unfortunately, human activities like deep-sea mining and plastic pollution threaten these fragile ecosystems.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We must continue to study, respect, and protect the alien world beneath our waves.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