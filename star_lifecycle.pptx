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Stars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Stars are giant balls of hot, glowing gas, mostly hydrogen and helium.</a:t>
            </a:r>
          </a:p>
          <a:p>
            <a:pPr/>
            <a:r>
              <a:t>They produce their own light and heat through a process called nuclear fusion.</a:t>
            </a:r>
          </a:p>
          <a:p>
            <a:pPr/>
            <a:r>
              <a:t>Our Sun is a star, and it's the closest star to Earth.</a:t>
            </a:r>
          </a:p>
          <a:p>
            <a:pPr/>
            <a:r>
              <a:t>Stars come in different sizes, colors, and brightness.</a:t>
            </a:r>
          </a:p>
          <a:p>
            <a:pPr/>
            <a:r>
              <a:t>They are born, live, and eventually die, just like living things.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