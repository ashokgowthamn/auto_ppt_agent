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Life Cycle of a 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Stars are born, live, and die just like living things.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life of a star depends on its mass (how much 'stuff' it has).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This journey takes millions or even billions of years!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Beginning: Stellar Nebula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Stars start in a giant cloud of gas and dust called a nebula.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Gravity pulls the gas and dust together into a ball.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As the ball gets tighter and hotter, a 'protostar' is formed.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Once it gets hot enough, nuclear fusion begins and a star is born!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Middle: Main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This is the longest part of a star's life.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star glows steadily by burning hydrogen fuel in its core.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Our Sun is currently in this stage and is about 4.6 billion years old.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Stars can stay in this stage for millions to billions of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Growing Old: Red Giants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When a star runs out of hydrogen fuel, it starts to change.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star expands and becomes much larger and cooler.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Average stars become Red Giants.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Massive stars become Red Supergiants, the largest stars in the universe.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Final Act: White Dwarfs and Supernovas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Average stars eventually shrink into small, cool White Dwarfs.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Massive stars end with a huge explosion called a Supernova.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remains of a Supernova can become a dense Neutron Star.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most massive stars can collapse into a Black Hole!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